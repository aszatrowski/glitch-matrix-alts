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 b="1">
                <a:solidFill>
                  <a:srgbClr val="003366"/>
                </a:solidFill>
                <a:latin typeface="Helvetica Neue"/>
              </a:defRPr>
            </a:pPr>
            <a:r>
              <a:t>Phenotype Covariance Ongoing Slides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3000">
                <a:solidFill>
                  <a:srgbClr val="B3BDC7"/>
                </a:solidFill>
                <a:latin typeface="Helvetica Neue"/>
              </a:defRPr>
            </a:pPr>
            <a:r>
              <a:t>Austin Szatrowski | 2026-02-26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2_0.0001_b2_0.0_pc_0.5_gen_2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620000" cy="457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
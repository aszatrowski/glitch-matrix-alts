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  <a:latin typeface="Helvetica Neue"/>
              </a:defRPr>
            </a:pPr>
            <a:r>
              <a:t>Phenotype Covariance Ongoing Slides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3000">
                <a:solidFill>
                  <a:srgbClr val="B3BDC7"/>
                </a:solidFill>
                <a:latin typeface="Helvetica Neue"/>
              </a:defRPr>
            </a:pPr>
            <a:r>
              <a:t>Austin Szatrowski | 2026-02-27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3BDC7"/>
                </a:solidFill>
                <a:latin typeface="Helvetica Neue"/>
              </a:defRPr>
            </a:pPr>
            <a:r>
              <a:t>Curves don't separate at 5 generations</a:t>
            </a:r>
          </a:p>
        </p:txBody>
      </p:sp>
      <p:pic>
        <p:nvPicPr>
          <p:cNvPr id="3" name="Picture 2" descr="overlay_h2_0.0001_pc_1.0_gen_5_bin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verlay_h2_0.0001_pc_1.0_gen_10_bin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verlay_h2_0.0001_pc_1.0_gen_20_bin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